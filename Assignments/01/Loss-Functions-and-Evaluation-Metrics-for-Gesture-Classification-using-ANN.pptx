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ource Sans 3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9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88325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 Functions and Evaluation Metrics for Gesture Classification using ANN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675108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 project presentation — multi-class gesture recognition for a controller-free fighting game. This deck summarizes loss choices, evaluation metrics, and recommendations for training and assessing the ANN model.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35486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977521"/>
            <a:ext cx="12954952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Muhammad Umar (23K-0023)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Abdul Rahman Azam (23K-0061)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Talha Rusman (23K-0065)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09374"/>
            <a:ext cx="526863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Context and Task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65140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Goal: Classify hand/body gestures into discrete moves (punch, kick, block, jump, etc.) for a real-time, controller-free fighting game.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303633"/>
            <a:ext cx="12954952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Input: sensor/vision-derived feature vectors or short time-window sequences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2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 single label per gesture (multi-class classification)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3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Constraints: low latency, robust to class imbalance and noisy labeling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60740"/>
            <a:ext cx="1055239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 Function — Sparse Categorical Cross Entropy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20277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615559" y="22850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15559" y="2780586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SCE: standard cross-entropy computed using integer class labels (no one-hot required).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64743" y="220277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8242578" y="22850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42578" y="2780586"/>
            <a:ext cx="5550098" cy="161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 gradients and fast convergence with well-calibrated models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 to implement and efficient in memory (no one-hot)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751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1615559" y="4957405"/>
            <a:ext cx="317920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&amp; Mitigation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5559" y="5452943"/>
            <a:ext cx="5549979" cy="161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Sensitive to class imbalance, minority gestures can be overlooked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Mitigations: class weighting, oversampling, or balanced batch sampling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64743" y="48751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42578" y="495740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42578" y="5452943"/>
            <a:ext cx="55500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loss when gesture class distribution is approximately balanced or when starting experiments.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60740"/>
            <a:ext cx="569297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 Function — Focal Loss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20277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615559" y="22850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15559" y="2780586"/>
            <a:ext cx="55499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Focal Loss modifies cross-entropy to down-weight easy examples and focus learning on hard, misclassified samples.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64743" y="220277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8242578" y="22850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42578" y="2780586"/>
            <a:ext cx="5550098" cy="161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learning for rare gestures and difficult examples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dominance of abundant classes during training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751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1615559" y="495740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&amp; Tuning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5559" y="5452943"/>
            <a:ext cx="5549979" cy="161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tuning of focusing parameter (gamma) and optional alpha for class balance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 slow convergence if gamma is too large, tune on validation set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64743" y="48751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42578" y="495740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42578" y="5452943"/>
            <a:ext cx="55500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Preferred when dataset exhibits class imbalance or when minority gestures are critical for gameplay.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80580"/>
            <a:ext cx="650343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Metrics —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04756" y="294215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04756" y="3533418"/>
            <a:ext cx="6051471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overall fraction correct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correctness of predicted positive labels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Recall (Sensitivity)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ability to find all true positives</a:t>
            </a:r>
          </a:p>
        </p:txBody>
      </p:sp>
      <p:sp>
        <p:nvSpPr>
          <p:cNvPr id="5" name="Text 3"/>
          <p:cNvSpPr/>
          <p:nvPr/>
        </p:nvSpPr>
        <p:spPr>
          <a:xfrm>
            <a:off x="7614761" y="291822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Notes: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516630"/>
            <a:ext cx="6185535" cy="284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 can be misleading for imbalanced gesture classes, high accuracy may hide poor minority-class detection.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 matters when false positives disrupt gameplay (e.g., misfiring a heavy attack).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Recall matters when missed gestures degrade player control or responsiveness.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07287"/>
            <a:ext cx="7746444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 — F1 Score (Macro)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3149322"/>
            <a:ext cx="4158734" cy="2972991"/>
          </a:xfrm>
          <a:prstGeom prst="roundRect">
            <a:avLst>
              <a:gd name="adj" fmla="val 1208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38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88417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F1 = harmonic mean of precision and recall for a class. Macro F1 averages F1 across classes equally.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3149322"/>
            <a:ext cx="4158734" cy="2972991"/>
          </a:xfrm>
          <a:prstGeom prst="roundRect">
            <a:avLst>
              <a:gd name="adj" fmla="val 1208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5475089" y="338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5089" y="3884176"/>
            <a:ext cx="3680103" cy="19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Balances false positives and false negatives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Macro averaging treats all gesture classes equally, highlights minority performance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3149322"/>
            <a:ext cx="4158853" cy="2972991"/>
          </a:xfrm>
          <a:prstGeom prst="roundRect">
            <a:avLst>
              <a:gd name="adj" fmla="val 1208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9873139" y="338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3139" y="3884176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Selected as the primary evaluation metric to compare models and hyperparameters during development and for final reporting.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09374"/>
            <a:ext cx="752213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Confusion Matrix — Diagnostic Tool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65140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confusion matrix reveals per-class errors — which gestures are confused with each other. Use it to: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303633"/>
            <a:ext cx="12954952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systematic confusions (e.g., punch vs. jab, kick vs. stomp)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2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 targeted data augmentation or additional feature engineering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3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Decide whether to merge similar classes, add temporal context, or collect more samples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42624"/>
            <a:ext cx="908589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Comparison — Losses &amp; Metrics (Summary)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984659"/>
            <a:ext cx="3059192" cy="3302198"/>
          </a:xfrm>
          <a:prstGeom prst="roundRect">
            <a:avLst>
              <a:gd name="adj" fmla="val 478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984659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254454"/>
            <a:ext cx="2428161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Sparse Cross Entropy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4101941"/>
            <a:ext cx="242816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 baseline. Best when classes balanced. Combine with class weights if mild imbalance exists.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136231" y="2984659"/>
            <a:ext cx="3059311" cy="3302198"/>
          </a:xfrm>
          <a:prstGeom prst="roundRect">
            <a:avLst>
              <a:gd name="adj" fmla="val 478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05751" y="2984659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4497467" y="3254454"/>
            <a:ext cx="242828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Focal Loss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97467" y="3749993"/>
            <a:ext cx="2428280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for severe imbalance and rare gestures. Tune gamma and alpha validate convergence behavior.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4858" y="2984659"/>
            <a:ext cx="3059192" cy="3302198"/>
          </a:xfrm>
          <a:prstGeom prst="roundRect">
            <a:avLst>
              <a:gd name="adj" fmla="val 478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4378" y="2984659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7796093" y="3254454"/>
            <a:ext cx="24281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96093" y="3749993"/>
            <a:ext cx="24281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Useful for quick checks but insufficient alone in imbalanced settings.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10733365" y="2984659"/>
            <a:ext cx="3059311" cy="3302198"/>
          </a:xfrm>
          <a:prstGeom prst="roundRect">
            <a:avLst>
              <a:gd name="adj" fmla="val 478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02885" y="2984659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94601" y="3254454"/>
            <a:ext cx="242828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Macro F1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094601" y="3749993"/>
            <a:ext cx="2428280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primary metric, treats all gesture classes equally and reveals minority-class performance.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76011"/>
            <a:ext cx="735949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Recommended Setup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41804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robust gesture classification we recommend: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70271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Sparse Categorical Cross Entropy as a baseline.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class imbalance degrades minority detection, switch to Focal Loss (tune gamma) or apply class-weighting + focal loss hybrid.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Macro F1 as the primary evaluation metric; report precision/recall per class and include a confusion matrix for diagnostics.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tips: balanced batch sampling, targeted augmentation for rare gestures, and low-latency inference profiling.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659</Words>
  <Application>Microsoft Office PowerPoint</Application>
  <PresentationFormat>Custom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Calibri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3</cp:revision>
  <dcterms:created xsi:type="dcterms:W3CDTF">2026-03-14T22:42:57Z</dcterms:created>
  <dcterms:modified xsi:type="dcterms:W3CDTF">2026-03-14T23:04:48Z</dcterms:modified>
</cp:coreProperties>
</file>